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A3405-A082-2B06-871E-4EC8136F6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184A2E-CF6B-E9F2-1605-BE4996E6D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690185-E4F7-AC88-6125-340406D5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C13654-D265-92F7-567D-7D5A2E21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57719C-45E3-8C94-D511-B39DA099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264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A6444-922A-96ED-F4C1-F736835C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063158-5F08-F2A9-9ECF-E1A269D31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D1656B-53FF-D4D9-5970-6872BBC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4DBC6A-E1C7-56DF-513D-CBE769F3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8BC705-7D8F-F198-2BF0-E3912D84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03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CF063-DBAD-E755-C91A-D7CFF1F3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7EE55F-69FC-E3D7-3A7C-084FC2A0D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4875EC-DFF9-B1A7-CB60-4BCD9E8F0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1B2AF6-FE57-6E2E-8012-BEBB2ED9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A6B426-8452-E4AD-01F2-FE51E6EB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846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2C6B1-DF44-5EB8-9973-AD336AF0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58C17F-40F7-C6FA-48D6-635899CEF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E379A0-DDF9-5F57-4893-735DE05AA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28875E-A281-353E-65DE-8F23A4FF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A0A167-8B80-E484-9DDC-0B16318BE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DE2AAD-8846-20AA-5358-F3799251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82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87A882-8396-74D7-C94B-D6D9458E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568733-6E67-6A30-7362-F5B8ACA10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E0D6FF-ED66-9E26-4692-E938B35C1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A8B782D-FF7A-C7D6-EC16-716353E26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7601D3-4C0D-B48C-4B53-CD67F9C7D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A6BAA5-3D50-7B56-F40E-F24A9C3B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9A9916-1C2C-0F91-7015-FA7D0A808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D334352-13E3-8483-CB39-9570AFB1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92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2647B-7631-F8A0-09CC-721058DD6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48478E-991E-62DD-17FD-9AC55754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373D5E-F320-C15A-0FAD-11FED79B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3E1F25-F2E8-C195-527A-B2EC8A99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358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D7FDB8-F91A-DCBF-5224-B5167C5A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E499EC-0F8D-785A-E31A-626735DB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38B117-BE49-18A0-65D3-5911A04B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35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8DB26-1EC3-1CD4-2968-642921A5B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F1212E-7735-2DE4-2132-23C0EE7F9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191A8-206A-497A-199A-5CD38EBA0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308EEC-7F29-B3E9-BD5F-1931E6C44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2C28A2-FB47-2D19-31F7-3F5E6B2A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F73C06-A8FB-DA98-5775-D2FC832D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200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1DF2A5-1DEC-98A9-A75C-89AEE1E8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4BF485-BBAA-4801-EC07-3FD0DD914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8E1322-613C-CA27-204F-4A328EBC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4B9EFE-63A2-4E3A-BB58-246AE78A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C7E0FC-419B-B5C2-93E4-93AF7BED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99A05B-B3B9-C017-C4DC-5F2D34A83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35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0D3C9-8367-580F-41BE-68535863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85E755-66F8-D8B0-9310-FD681CC64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26F4AE-C63B-CECB-5FBE-9104447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62E127-625F-22D5-9B88-75E55912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4D7DBE-34A4-8951-83C2-0EA27B1A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2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1AA8519-20A4-E8CC-73FB-9546BB2FB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4DB7CC-771F-334D-E6A4-D1E454AC2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A016F5-736A-2F41-F627-6424D093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C5C999-1FFB-FA0C-D38B-29252C8C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E9F2C3-16DA-5EA6-6103-0E8EF650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317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2303693-D912-E8A0-3DEF-7AD1F8F9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07018-BD6A-605E-EFD1-B60F40750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D868AE-A73A-F015-8480-A2A95D580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A17B8-604B-4A10-B459-96A72CD1518B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63B667-73CD-7C70-9602-A8CDECD63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AD2FA5-EC44-49D7-B957-F11B860BF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5DD36-6160-4DA0-976D-6B1C64B6BD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19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E255-0241-73E3-AC12-2E76AF7D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D6DA8-19C0-864B-E56B-06C5F71FB4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254741-1ACD-AC4D-A269-279FB1DA8D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118E8B-8451-A9CF-3038-7B7ED8F1D969}"/>
              </a:ext>
            </a:extLst>
          </p:cNvPr>
          <p:cNvSpPr/>
          <p:nvPr/>
        </p:nvSpPr>
        <p:spPr>
          <a:xfrm>
            <a:off x="0" y="0"/>
            <a:ext cx="30492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6F2E521-273D-DFBD-89F8-887729DF852E}"/>
              </a:ext>
            </a:extLst>
          </p:cNvPr>
          <p:cNvSpPr/>
          <p:nvPr/>
        </p:nvSpPr>
        <p:spPr>
          <a:xfrm>
            <a:off x="3048600" y="0"/>
            <a:ext cx="3049200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7271871-C2F5-A4B7-BAE4-AEEE0955A939}"/>
              </a:ext>
            </a:extLst>
          </p:cNvPr>
          <p:cNvSpPr/>
          <p:nvPr/>
        </p:nvSpPr>
        <p:spPr>
          <a:xfrm>
            <a:off x="6085568" y="0"/>
            <a:ext cx="3049200" cy="6858000"/>
          </a:xfrm>
          <a:prstGeom prst="rect">
            <a:avLst/>
          </a:prstGeom>
          <a:solidFill>
            <a:srgbClr val="C1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2E63F44-7174-911B-18FB-1E4EA49309AD}"/>
              </a:ext>
            </a:extLst>
          </p:cNvPr>
          <p:cNvSpPr/>
          <p:nvPr/>
        </p:nvSpPr>
        <p:spPr>
          <a:xfrm>
            <a:off x="9121936" y="0"/>
            <a:ext cx="3049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D4B8FA2-09F6-2ACF-2306-F717ABF0EF9F}"/>
              </a:ext>
            </a:extLst>
          </p:cNvPr>
          <p:cNvSpPr txBox="1"/>
          <p:nvPr/>
        </p:nvSpPr>
        <p:spPr>
          <a:xfrm>
            <a:off x="138253" y="697280"/>
            <a:ext cx="289811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 err="1">
                <a:solidFill>
                  <a:srgbClr val="84E291"/>
                </a:solidFill>
              </a:rPr>
              <a:t>überdurchschnittlichhohe</a:t>
            </a:r>
            <a:r>
              <a:rPr lang="de-DE" sz="2000" dirty="0">
                <a:solidFill>
                  <a:srgbClr val="84E291"/>
                </a:solidFill>
              </a:rPr>
              <a:t> Durchfallquote</a:t>
            </a:r>
            <a:br>
              <a:rPr lang="de-DE" sz="2000" dirty="0">
                <a:solidFill>
                  <a:srgbClr val="84E291"/>
                </a:solidFill>
              </a:rPr>
            </a:br>
            <a:endParaRPr lang="de-DE" sz="20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Lernvolumen sehr hoch für Neueinsteiger</a:t>
            </a:r>
          </a:p>
          <a:p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Bestehende Hilfen nur bedingt genutzt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03588CD-C832-BA1A-BE87-D4E5C8CC5A3C}"/>
              </a:ext>
            </a:extLst>
          </p:cNvPr>
          <p:cNvSpPr txBox="1"/>
          <p:nvPr/>
        </p:nvSpPr>
        <p:spPr>
          <a:xfrm>
            <a:off x="3124742" y="826920"/>
            <a:ext cx="28981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„</a:t>
            </a:r>
            <a:r>
              <a:rPr lang="de-DE" sz="2000" dirty="0" err="1">
                <a:solidFill>
                  <a:srgbClr val="46B1E1"/>
                </a:solidFill>
              </a:rPr>
              <a:t>Proginator</a:t>
            </a:r>
            <a:r>
              <a:rPr lang="de-DE" sz="2000" dirty="0">
                <a:solidFill>
                  <a:srgbClr val="46B1E1"/>
                </a:solidFill>
              </a:rPr>
              <a:t>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Benutzerfreundliche Web-Anwendung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Wiederholungen, Übungen und Quizze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Begleitet aktiv durch das Semester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Ziel: mehr Bestandenen Prüfungen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2073B92-CBBA-1348-BA26-551D2F588ADF}"/>
              </a:ext>
            </a:extLst>
          </p:cNvPr>
          <p:cNvSpPr txBox="1"/>
          <p:nvPr/>
        </p:nvSpPr>
        <p:spPr>
          <a:xfrm>
            <a:off x="639398" y="534536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84E291"/>
                </a:solidFill>
              </a:rPr>
              <a:t>Warum?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57D32B-861B-3609-A134-01F863B6C70E}"/>
              </a:ext>
            </a:extLst>
          </p:cNvPr>
          <p:cNvSpPr txBox="1"/>
          <p:nvPr/>
        </p:nvSpPr>
        <p:spPr>
          <a:xfrm>
            <a:off x="3907122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46B1E1"/>
                </a:solidFill>
              </a:rPr>
              <a:t>Vision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90CEF44-DB46-B76D-4762-25B0E3D9F1B1}"/>
              </a:ext>
            </a:extLst>
          </p:cNvPr>
          <p:cNvSpPr txBox="1"/>
          <p:nvPr/>
        </p:nvSpPr>
        <p:spPr>
          <a:xfrm>
            <a:off x="7078026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D9D9D9"/>
                </a:solidFill>
              </a:rPr>
              <a:t>Was?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BE73B76-0B45-64E3-A95E-8CF0C908493E}"/>
              </a:ext>
            </a:extLst>
          </p:cNvPr>
          <p:cNvSpPr txBox="1"/>
          <p:nvPr/>
        </p:nvSpPr>
        <p:spPr>
          <a:xfrm>
            <a:off x="6233351" y="826920"/>
            <a:ext cx="289811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Interaktive Lernmodule &amp; Quizze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Fortschrittsleiste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Vorstellung der App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Betreuung der Anwendung im ersten Semester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13844DC-3A0B-7049-ED2D-7A80D69E3011}"/>
              </a:ext>
            </a:extLst>
          </p:cNvPr>
          <p:cNvSpPr txBox="1"/>
          <p:nvPr/>
        </p:nvSpPr>
        <p:spPr>
          <a:xfrm>
            <a:off x="9893466" y="534533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C18989"/>
                </a:solidFill>
              </a:rPr>
              <a:t>Nutzen</a:t>
            </a:r>
            <a:endParaRPr lang="de-DE" dirty="0">
              <a:solidFill>
                <a:srgbClr val="C18989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FF4E82E-BDE1-0590-0518-4069A4703A97}"/>
              </a:ext>
            </a:extLst>
          </p:cNvPr>
          <p:cNvSpPr txBox="1"/>
          <p:nvPr/>
        </p:nvSpPr>
        <p:spPr>
          <a:xfrm>
            <a:off x="9275779" y="1057433"/>
            <a:ext cx="289811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Erleichtert Einstieg in Java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Kontinuität im Lernen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Erwartet: geringere Durchfallquote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Grundlagen für Prog II</a:t>
            </a:r>
          </a:p>
        </p:txBody>
      </p:sp>
      <p:pic>
        <p:nvPicPr>
          <p:cNvPr id="6" name="Grafik 5" descr="Ein Bild, das Text, Elektronik, Computer, computer enthält.&#10;&#10;KI-generierte Inhalte können fehlerhaft sein.">
            <a:extLst>
              <a:ext uri="{FF2B5EF4-FFF2-40B4-BE49-F238E27FC236}">
                <a16:creationId xmlns:a16="http://schemas.microsoft.com/office/drawing/2014/main" id="{0941EE4C-3660-5FC1-A974-B91CD3AF1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12290323" cy="685800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A4EEA2D3-8495-8B9B-0225-7982D3BD8E3F}"/>
              </a:ext>
            </a:extLst>
          </p:cNvPr>
          <p:cNvSpPr txBox="1"/>
          <p:nvPr/>
        </p:nvSpPr>
        <p:spPr>
          <a:xfrm>
            <a:off x="727714" y="6258537"/>
            <a:ext cx="1042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 Projekt von Erik </a:t>
            </a:r>
            <a:r>
              <a:rPr lang="de-DE" dirty="0" err="1"/>
              <a:t>Storma</a:t>
            </a:r>
            <a:r>
              <a:rPr lang="de-DE" dirty="0"/>
              <a:t>, Adrian </a:t>
            </a:r>
            <a:r>
              <a:rPr lang="de-DE" dirty="0" err="1"/>
              <a:t>Neve</a:t>
            </a:r>
            <a:r>
              <a:rPr lang="de-DE" dirty="0"/>
              <a:t>, Henning Rixen, Leon </a:t>
            </a:r>
            <a:r>
              <a:rPr lang="de-DE" dirty="0" err="1"/>
              <a:t>Bischur</a:t>
            </a:r>
            <a:r>
              <a:rPr lang="de-DE" dirty="0"/>
              <a:t> und Nikolai Friedrich</a:t>
            </a:r>
          </a:p>
        </p:txBody>
      </p:sp>
    </p:spTree>
    <p:extLst>
      <p:ext uri="{BB962C8B-B14F-4D97-AF65-F5344CB8AC3E}">
        <p14:creationId xmlns:p14="http://schemas.microsoft.com/office/powerpoint/2010/main" val="3989521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Breitbild</PresentationFormat>
  <Paragraphs>47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Friedrich, Nikolai</dc:creator>
  <cp:lastModifiedBy>Friedrich, Nikolai</cp:lastModifiedBy>
  <cp:revision>1</cp:revision>
  <dcterms:created xsi:type="dcterms:W3CDTF">2025-11-02T12:09:57Z</dcterms:created>
  <dcterms:modified xsi:type="dcterms:W3CDTF">2025-11-02T12:13:29Z</dcterms:modified>
</cp:coreProperties>
</file>